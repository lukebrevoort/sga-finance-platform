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GA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A3263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SGA Budget Approvals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Friday, January 9,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Stevens Student Government Association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A3263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A3263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$100.00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19456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want food. Cookies for our GBM event.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A3263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A3263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SGA 1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$100.00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Auto-Approve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19456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GBM cookies and refreshments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A3263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A32638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228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1E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SGA 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26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$500.00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Meeting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194560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21945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18288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formal event catering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A3263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Stevens Student Government Association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SGA Budget Approvals</dc:title>
  <dc:subject>Budget Request Approvals for Senate Presentation</dc:subject>
  <dc:creator>SGA Finance Department</dc:creator>
  <cp:lastModifiedBy>SGA Finance Department</cp:lastModifiedBy>
  <cp:revision>1</cp:revision>
  <dcterms:created xsi:type="dcterms:W3CDTF">2026-01-09T19:10:02Z</dcterms:created>
  <dcterms:modified xsi:type="dcterms:W3CDTF">2026-01-09T19:10:02Z</dcterms:modified>
</cp:coreProperties>
</file>